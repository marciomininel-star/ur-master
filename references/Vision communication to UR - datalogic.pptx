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85" r:id="rId2"/>
    <p:sldId id="292" r:id="rId3"/>
    <p:sldId id="286" r:id="rId4"/>
    <p:sldId id="299" r:id="rId5"/>
    <p:sldId id="300" r:id="rId6"/>
    <p:sldId id="287" r:id="rId7"/>
    <p:sldId id="288" r:id="rId8"/>
    <p:sldId id="294" r:id="rId9"/>
    <p:sldId id="301" r:id="rId10"/>
    <p:sldId id="289" r:id="rId11"/>
    <p:sldId id="295" r:id="rId12"/>
    <p:sldId id="284" r:id="rId13"/>
    <p:sldId id="279" r:id="rId14"/>
    <p:sldId id="283" r:id="rId15"/>
    <p:sldId id="297" r:id="rId16"/>
    <p:sldId id="298" r:id="rId17"/>
    <p:sldId id="257" r:id="rId18"/>
    <p:sldId id="29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874" y="34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F2772-6914-44D1-B122-6C7501B14561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8D69B-B8F4-4D31-8859-9695748852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16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8D69B-B8F4-4D31-8859-9695748852A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7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38D69B-B8F4-4D31-8859-9695748852A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74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775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36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08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279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1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1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899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08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2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467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807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13732-BA1E-403D-8602-9810C43843DE}" type="datetimeFigureOut">
              <a:rPr lang="en-US" smtClean="0"/>
              <a:t>5/16/2016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CB541-63FF-47A1-901D-F2E4FC7F51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7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219200" y="890649"/>
            <a:ext cx="5920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/>
              <a:t>Vision </a:t>
            </a:r>
            <a:r>
              <a:rPr lang="en-US" sz="2400" b="1" dirty="0" err="1" smtClean="0"/>
              <a:t>Datalogic</a:t>
            </a:r>
            <a:r>
              <a:rPr lang="en-US" sz="2400" b="1" dirty="0" smtClean="0"/>
              <a:t> Communications UR Robots</a:t>
            </a:r>
            <a:endParaRPr lang="en-US" sz="2400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13" t="11508" r="67366" b="51240"/>
          <a:stretch/>
        </p:blipFill>
        <p:spPr bwMode="auto">
          <a:xfrm>
            <a:off x="2883935" y="2438400"/>
            <a:ext cx="2907263" cy="3325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956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661527" y="514816"/>
            <a:ext cx="2038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Sequence of events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6743" y="1028085"/>
            <a:ext cx="791049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1-Robot Sends “</a:t>
            </a:r>
            <a:r>
              <a:rPr lang="en-US" b="1" dirty="0" err="1" smtClean="0"/>
              <a:t>cmd</a:t>
            </a:r>
            <a:r>
              <a:rPr lang="en-US" b="1" dirty="0" smtClean="0"/>
              <a:t> </a:t>
            </a:r>
            <a:r>
              <a:rPr lang="en-US" b="1" dirty="0"/>
              <a:t>t</a:t>
            </a:r>
            <a:r>
              <a:rPr lang="en-US" b="1" dirty="0" smtClean="0"/>
              <a:t>rigger</a:t>
            </a:r>
            <a:r>
              <a:rPr lang="en-US" dirty="0"/>
              <a:t>” </a:t>
            </a:r>
            <a:r>
              <a:rPr lang="en-US" dirty="0" smtClean="0"/>
              <a:t>through TCP/IP to vision system</a:t>
            </a:r>
          </a:p>
          <a:p>
            <a:endParaRPr lang="en-US" dirty="0" smtClean="0"/>
          </a:p>
          <a:p>
            <a:r>
              <a:rPr lang="en-US" dirty="0" smtClean="0"/>
              <a:t>2-Vision System runs program and sends out X,Y, Theta positions as string to robot.</a:t>
            </a:r>
          </a:p>
          <a:p>
            <a:r>
              <a:rPr lang="en-US" b="1" dirty="0" smtClean="0"/>
              <a:t>NOTE</a:t>
            </a:r>
            <a:r>
              <a:rPr lang="en-US" dirty="0" smtClean="0"/>
              <a:t>:  UR requires ( ) </a:t>
            </a:r>
            <a:r>
              <a:rPr lang="en-US" dirty="0" err="1" smtClean="0"/>
              <a:t>ie</a:t>
            </a:r>
            <a:r>
              <a:rPr lang="en-US" dirty="0" smtClean="0"/>
              <a:t>. (45.3,-98,270)   Denso requires no ( ). Both require</a:t>
            </a:r>
          </a:p>
          <a:p>
            <a:r>
              <a:rPr lang="en-US" dirty="0"/>
              <a:t> </a:t>
            </a:r>
            <a:r>
              <a:rPr lang="en-US" dirty="0" smtClean="0"/>
              <a:t>  coma delimited data and Carriage Return,  Line Feed.</a:t>
            </a:r>
          </a:p>
          <a:p>
            <a:endParaRPr lang="en-US" dirty="0" smtClean="0"/>
          </a:p>
          <a:p>
            <a:r>
              <a:rPr lang="en-US" dirty="0" smtClean="0"/>
              <a:t>3-Robot receives data and moves to position.</a:t>
            </a:r>
          </a:p>
          <a:p>
            <a:endParaRPr lang="en-US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2934899" y="112604"/>
            <a:ext cx="1350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u="sng" dirty="0" smtClean="0"/>
              <a:t>OVERVIEW</a:t>
            </a:r>
            <a:endParaRPr lang="en-US" sz="2000" b="1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51544" y="3569732"/>
            <a:ext cx="8804077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</a:t>
            </a:r>
            <a:r>
              <a:rPr lang="en-US" b="1" dirty="0" smtClean="0"/>
              <a:t>VISION: </a:t>
            </a:r>
            <a:r>
              <a:rPr lang="en-US" dirty="0" smtClean="0"/>
              <a:t>Create five dot target to fill FOV.  Must have black dots </a:t>
            </a:r>
            <a:r>
              <a:rPr lang="en-US" u="sng" dirty="0" smtClean="0"/>
              <a:t>only</a:t>
            </a:r>
            <a:r>
              <a:rPr lang="en-US" dirty="0" smtClean="0"/>
              <a:t> on white background.</a:t>
            </a:r>
          </a:p>
          <a:p>
            <a:r>
              <a:rPr lang="en-US" dirty="0"/>
              <a:t> </a:t>
            </a:r>
            <a:r>
              <a:rPr lang="en-US" dirty="0" smtClean="0"/>
              <a:t>   Only white background with medium size black dots. This is for the calibration routine on </a:t>
            </a:r>
          </a:p>
          <a:p>
            <a:r>
              <a:rPr lang="en-US" dirty="0"/>
              <a:t> </a:t>
            </a:r>
            <a:r>
              <a:rPr lang="en-US" dirty="0" smtClean="0"/>
              <a:t>    the camera side.</a:t>
            </a:r>
          </a:p>
          <a:p>
            <a:endParaRPr lang="en-US" dirty="0" smtClean="0"/>
          </a:p>
          <a:p>
            <a:r>
              <a:rPr lang="en-US" dirty="0" smtClean="0"/>
              <a:t>2-</a:t>
            </a:r>
            <a:r>
              <a:rPr lang="en-US" b="1" dirty="0"/>
              <a:t>VISION: </a:t>
            </a:r>
            <a:r>
              <a:rPr lang="en-US" b="1" dirty="0" smtClean="0"/>
              <a:t> CLICK--Create points </a:t>
            </a:r>
            <a:r>
              <a:rPr lang="en-US" dirty="0" smtClean="0"/>
              <a:t>within the calibration tab </a:t>
            </a:r>
          </a:p>
          <a:p>
            <a:endParaRPr lang="en-US" b="1" dirty="0"/>
          </a:p>
          <a:p>
            <a:r>
              <a:rPr lang="en-US" dirty="0" smtClean="0"/>
              <a:t>3-</a:t>
            </a:r>
            <a:r>
              <a:rPr lang="en-US" b="1" dirty="0" smtClean="0"/>
              <a:t>Robot: </a:t>
            </a:r>
            <a:r>
              <a:rPr lang="en-US" dirty="0" smtClean="0"/>
              <a:t>Move Robot end-of-arm to exact center of the dots and enter X,Y data in </a:t>
            </a:r>
          </a:p>
          <a:p>
            <a:r>
              <a:rPr lang="en-US" dirty="0"/>
              <a:t> </a:t>
            </a:r>
            <a:r>
              <a:rPr lang="en-US" dirty="0" smtClean="0"/>
              <a:t>  corresponding calibration fields.</a:t>
            </a:r>
          </a:p>
          <a:p>
            <a:endParaRPr lang="en-US" dirty="0"/>
          </a:p>
          <a:p>
            <a:r>
              <a:rPr lang="en-US" dirty="0" smtClean="0"/>
              <a:t>4-</a:t>
            </a:r>
            <a:r>
              <a:rPr lang="en-US" b="1" dirty="0" smtClean="0"/>
              <a:t>VISION</a:t>
            </a:r>
            <a:r>
              <a:rPr lang="en-US" b="1" dirty="0"/>
              <a:t>: </a:t>
            </a:r>
            <a:r>
              <a:rPr lang="en-US" dirty="0" smtClean="0"/>
              <a:t>Click Calibrate and note quality of calibration. </a:t>
            </a:r>
          </a:p>
          <a:p>
            <a:endParaRPr lang="en-US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3029511" y="3208020"/>
            <a:ext cx="1302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Setup Steps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3834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4384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  <a:endParaRPr lang="en-US" b="1" u="sng" dirty="0"/>
          </a:p>
        </p:txBody>
      </p:sp>
      <p:sp>
        <p:nvSpPr>
          <p:cNvPr id="4" name="TextBox 3"/>
          <p:cNvSpPr txBox="1"/>
          <p:nvPr/>
        </p:nvSpPr>
        <p:spPr>
          <a:xfrm>
            <a:off x="76997" y="1447800"/>
            <a:ext cx="220900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1-Place camera on</a:t>
            </a:r>
          </a:p>
          <a:p>
            <a:r>
              <a:rPr lang="en-US" dirty="0"/>
              <a:t>l</a:t>
            </a:r>
            <a:r>
              <a:rPr lang="en-US" dirty="0" smtClean="0"/>
              <a:t>ive mode and adjust</a:t>
            </a:r>
          </a:p>
          <a:p>
            <a:r>
              <a:rPr lang="en-US" dirty="0"/>
              <a:t>c</a:t>
            </a:r>
            <a:r>
              <a:rPr lang="en-US" dirty="0" smtClean="0"/>
              <a:t>amera as per image.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5" t="6919" r="19778" b="29283"/>
          <a:stretch/>
        </p:blipFill>
        <p:spPr bwMode="auto">
          <a:xfrm>
            <a:off x="2286000" y="1219200"/>
            <a:ext cx="6172200" cy="30497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3048000" y="1480512"/>
            <a:ext cx="304800" cy="3092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07477" y="2554010"/>
            <a:ext cx="1807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2-Adjust lens and</a:t>
            </a:r>
          </a:p>
          <a:p>
            <a:r>
              <a:rPr lang="en-US" dirty="0"/>
              <a:t>s</a:t>
            </a:r>
            <a:r>
              <a:rPr lang="en-US" dirty="0" smtClean="0"/>
              <a:t>hutter speed.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2209800" y="1635144"/>
            <a:ext cx="838200" cy="15463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2209800" y="1789777"/>
            <a:ext cx="3657600" cy="49622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1524000" y="2997374"/>
            <a:ext cx="4191000" cy="58402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524000" y="2952229"/>
            <a:ext cx="4191000" cy="17197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6317" y="3289387"/>
            <a:ext cx="20406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3-IMPORTANT:</a:t>
            </a:r>
          </a:p>
          <a:p>
            <a:r>
              <a:rPr lang="en-US" dirty="0" smtClean="0"/>
              <a:t>No other markings</a:t>
            </a:r>
          </a:p>
          <a:p>
            <a:r>
              <a:rPr lang="en-US" dirty="0" smtClean="0"/>
              <a:t>in image. Only dots </a:t>
            </a:r>
          </a:p>
          <a:p>
            <a:r>
              <a:rPr lang="en-US" dirty="0" smtClean="0"/>
              <a:t>and white.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62100" y="5276850"/>
            <a:ext cx="5911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smtClean="0"/>
              <a:t>DATALOGIC VISION SOFTWARE VERSION 11.8.1 OR GREATER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428525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62" t="14800" r="36325" b="15800"/>
          <a:stretch/>
        </p:blipFill>
        <p:spPr bwMode="auto">
          <a:xfrm>
            <a:off x="2286000" y="1143000"/>
            <a:ext cx="3810000" cy="530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4384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770153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670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  <a:endParaRPr lang="en-US" b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25" t="14601" r="35650" b="15599"/>
          <a:stretch/>
        </p:blipFill>
        <p:spPr bwMode="auto">
          <a:xfrm>
            <a:off x="2286000" y="1143000"/>
            <a:ext cx="3886200" cy="525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19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384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  <a:endParaRPr lang="en-US" b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40" t="3750" r="14570" b="11667"/>
          <a:stretch/>
        </p:blipFill>
        <p:spPr bwMode="auto">
          <a:xfrm>
            <a:off x="4191000" y="1348740"/>
            <a:ext cx="4258942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15240" y="2590800"/>
            <a:ext cx="2427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1-Go to Calibration field</a:t>
            </a:r>
          </a:p>
          <a:p>
            <a:r>
              <a:rPr lang="en-US" dirty="0"/>
              <a:t> </a:t>
            </a:r>
            <a:r>
              <a:rPr lang="en-US" dirty="0" smtClean="0"/>
              <a:t>  </a:t>
            </a:r>
            <a:r>
              <a:rPr lang="en-US" b="1" dirty="0" smtClean="0"/>
              <a:t>Generate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7" y="3733800"/>
            <a:ext cx="36063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2-Note the five small red dots</a:t>
            </a:r>
          </a:p>
          <a:p>
            <a:r>
              <a:rPr lang="en-US" dirty="0"/>
              <a:t>i</a:t>
            </a:r>
            <a:r>
              <a:rPr lang="en-US" dirty="0" smtClean="0"/>
              <a:t>n the center of black dots and list of</a:t>
            </a:r>
          </a:p>
          <a:p>
            <a:r>
              <a:rPr lang="en-US" dirty="0" smtClean="0"/>
              <a:t>Position points in list.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186" y="4724400"/>
            <a:ext cx="37828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3-Re-order points that will correspond</a:t>
            </a:r>
          </a:p>
          <a:p>
            <a:r>
              <a:rPr lang="en-US" dirty="0" smtClean="0"/>
              <a:t>to found robot points.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2362200" y="2819400"/>
            <a:ext cx="2819400" cy="914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1854063" y="3048000"/>
            <a:ext cx="2794137" cy="133213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648200" y="4225498"/>
            <a:ext cx="685800" cy="30926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>
            <a:off x="2167025" y="4494431"/>
            <a:ext cx="2794137" cy="458569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20591" y="3965864"/>
            <a:ext cx="838200" cy="3092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606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IMPACT DEMO\Robot\Calibration routine\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00" t="5111" r="11750" b="6445"/>
          <a:stretch/>
        </p:blipFill>
        <p:spPr bwMode="auto">
          <a:xfrm>
            <a:off x="4126229" y="914400"/>
            <a:ext cx="4779923" cy="556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-22860" y="1929229"/>
            <a:ext cx="39430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</a:t>
            </a:r>
            <a:r>
              <a:rPr lang="en-US" b="1" dirty="0" smtClean="0"/>
              <a:t>Click</a:t>
            </a:r>
            <a:r>
              <a:rPr lang="en-US" dirty="0" smtClean="0"/>
              <a:t> on small red dot and note which </a:t>
            </a:r>
          </a:p>
          <a:p>
            <a:r>
              <a:rPr lang="en-US" dirty="0" smtClean="0"/>
              <a:t>point it corresponds to in the list.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100" y="3048000"/>
            <a:ext cx="39680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2-Use reorder arrows to help </a:t>
            </a:r>
            <a:r>
              <a:rPr lang="en-US" dirty="0" err="1" smtClean="0"/>
              <a:t>correspont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 dot positions to robot </a:t>
            </a:r>
            <a:r>
              <a:rPr lang="en-US" dirty="0" err="1" smtClean="0"/>
              <a:t>x,y</a:t>
            </a:r>
            <a:r>
              <a:rPr lang="en-US" dirty="0"/>
              <a:t> </a:t>
            </a:r>
            <a:r>
              <a:rPr lang="en-US" dirty="0" smtClean="0"/>
              <a:t>positions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" y="3868519"/>
            <a:ext cx="42404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3-Make note which dots are 1-5.</a:t>
            </a:r>
          </a:p>
          <a:p>
            <a:r>
              <a:rPr lang="en-US" dirty="0" smtClean="0"/>
              <a:t>It is highly recommend NOT to draw on</a:t>
            </a:r>
          </a:p>
          <a:p>
            <a:r>
              <a:rPr lang="en-US" dirty="0" smtClean="0"/>
              <a:t>Dot target in case you need to re-calibrate.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4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  <a:endParaRPr lang="en-US" b="1" u="sng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4572000" y="1600200"/>
            <a:ext cx="228600" cy="3276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200400" y="1600200"/>
            <a:ext cx="1485900" cy="838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657600" y="3467100"/>
            <a:ext cx="2286000" cy="20955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064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438400" y="463138"/>
            <a:ext cx="2527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Robot</a:t>
            </a:r>
            <a:endParaRPr lang="en-US" b="1" u="sng" dirty="0"/>
          </a:p>
        </p:txBody>
      </p:sp>
      <p:sp>
        <p:nvSpPr>
          <p:cNvPr id="8" name="TextBox 7"/>
          <p:cNvSpPr txBox="1"/>
          <p:nvPr/>
        </p:nvSpPr>
        <p:spPr>
          <a:xfrm>
            <a:off x="-22860" y="1929229"/>
            <a:ext cx="4145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1-Move robot to each dot and </a:t>
            </a:r>
            <a:r>
              <a:rPr lang="en-US" dirty="0" smtClean="0"/>
              <a:t>enter </a:t>
            </a:r>
            <a:r>
              <a:rPr lang="en-US" b="1" dirty="0" smtClean="0"/>
              <a:t>BASE</a:t>
            </a:r>
            <a:r>
              <a:rPr lang="en-US" dirty="0" smtClean="0"/>
              <a:t> </a:t>
            </a:r>
          </a:p>
          <a:p>
            <a:r>
              <a:rPr lang="en-US" dirty="0" smtClean="0"/>
              <a:t>Values</a:t>
            </a:r>
            <a:r>
              <a:rPr lang="en-US" dirty="0" smtClean="0"/>
              <a:t> </a:t>
            </a:r>
            <a:r>
              <a:rPr lang="en-US" dirty="0" smtClean="0"/>
              <a:t>into  </a:t>
            </a:r>
            <a:r>
              <a:rPr lang="en-US" b="1" dirty="0" smtClean="0"/>
              <a:t>RW X and RW Y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41910" y="5410200"/>
            <a:ext cx="4502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2-Note: It is recommend to write down </a:t>
            </a:r>
          </a:p>
          <a:p>
            <a:r>
              <a:rPr lang="en-US" dirty="0" smtClean="0"/>
              <a:t>Robot points for future reference.</a:t>
            </a:r>
          </a:p>
          <a:p>
            <a:r>
              <a:rPr lang="en-US" dirty="0" smtClean="0"/>
              <a:t>A common mistake is to enter incorrect  data. 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56" t="12543" r="17255" b="13417"/>
          <a:stretch/>
        </p:blipFill>
        <p:spPr bwMode="auto">
          <a:xfrm>
            <a:off x="4282366" y="979316"/>
            <a:ext cx="4709234" cy="551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3505200" y="3734847"/>
            <a:ext cx="2590800" cy="76095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57" t="23467" r="36442" b="17067"/>
          <a:stretch/>
        </p:blipFill>
        <p:spPr bwMode="auto">
          <a:xfrm>
            <a:off x="1981200" y="3143250"/>
            <a:ext cx="1647825" cy="1975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566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384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  <a:endParaRPr lang="en-US" b="1" u="sng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37" t="14166" r="35969" b="16167"/>
          <a:stretch/>
        </p:blipFill>
        <p:spPr bwMode="auto">
          <a:xfrm>
            <a:off x="4976402" y="1447799"/>
            <a:ext cx="3119848" cy="42757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88" t="16499" r="35468" b="16167"/>
          <a:stretch/>
        </p:blipFill>
        <p:spPr bwMode="auto">
          <a:xfrm>
            <a:off x="775199" y="1447799"/>
            <a:ext cx="3326401" cy="4293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219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88" t="12534" r="17653" b="14342"/>
          <a:stretch/>
        </p:blipFill>
        <p:spPr bwMode="auto">
          <a:xfrm>
            <a:off x="4419600" y="1295400"/>
            <a:ext cx="4621530" cy="5242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438400" y="463138"/>
            <a:ext cx="2538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General Overview </a:t>
            </a:r>
            <a:r>
              <a:rPr lang="en-US" b="1" u="sng" dirty="0" smtClean="0"/>
              <a:t>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2860" y="1929229"/>
            <a:ext cx="1718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1-</a:t>
            </a:r>
            <a:r>
              <a:rPr lang="en-US" b="1" dirty="0" smtClean="0"/>
              <a:t>Click Calibrate</a:t>
            </a:r>
            <a:endParaRPr lang="en-US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11430" y="3033206"/>
            <a:ext cx="2483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2-Note calibration 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" y="4343400"/>
            <a:ext cx="38282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3-Note small red and yellow dots on </a:t>
            </a:r>
          </a:p>
          <a:p>
            <a:r>
              <a:rPr lang="en-US" dirty="0" smtClean="0"/>
              <a:t>Black dots on the calibration target.</a:t>
            </a:r>
          </a:p>
          <a:p>
            <a:r>
              <a:rPr lang="en-US" dirty="0" smtClean="0"/>
              <a:t>This visually shows vision points and </a:t>
            </a:r>
          </a:p>
          <a:p>
            <a:r>
              <a:rPr lang="en-US" dirty="0" smtClean="0"/>
              <a:t>Robot points. Red=Vision Yellow=robot</a:t>
            </a:r>
          </a:p>
          <a:p>
            <a:endParaRPr lang="en-US" dirty="0"/>
          </a:p>
          <a:p>
            <a:r>
              <a:rPr lang="en-US" dirty="0" smtClean="0"/>
              <a:t>Repeat calibration if necessary. 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695496" y="2113895"/>
            <a:ext cx="5695904" cy="25343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11" idx="3"/>
          </p:cNvCxnSpPr>
          <p:nvPr/>
        </p:nvCxnSpPr>
        <p:spPr>
          <a:xfrm>
            <a:off x="2494610" y="3217872"/>
            <a:ext cx="3144190" cy="2774306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1308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2" t="7461" r="22500" b="23510"/>
          <a:stretch/>
        </p:blipFill>
        <p:spPr bwMode="auto">
          <a:xfrm>
            <a:off x="1066800" y="1237948"/>
            <a:ext cx="7819478" cy="4324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2438400" y="3810000"/>
            <a:ext cx="27673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String Builder is used</a:t>
            </a:r>
          </a:p>
          <a:p>
            <a:r>
              <a:rPr lang="en-US" b="1" dirty="0" smtClean="0"/>
              <a:t>to create </a:t>
            </a:r>
            <a:r>
              <a:rPr lang="en-US" b="1" dirty="0" err="1" smtClean="0"/>
              <a:t>X,Y,Theta</a:t>
            </a:r>
            <a:r>
              <a:rPr lang="en-US" b="1" dirty="0" smtClean="0"/>
              <a:t> data</a:t>
            </a:r>
          </a:p>
          <a:p>
            <a:r>
              <a:rPr lang="en-US" b="1" dirty="0"/>
              <a:t>t</a:t>
            </a:r>
            <a:r>
              <a:rPr lang="en-US" b="1" dirty="0" smtClean="0"/>
              <a:t>o string for robot .</a:t>
            </a:r>
          </a:p>
          <a:p>
            <a:endParaRPr lang="en-US" b="1" dirty="0"/>
          </a:p>
          <a:p>
            <a:r>
              <a:rPr lang="en-US" b="1" dirty="0" smtClean="0"/>
              <a:t>Be sure to have this format</a:t>
            </a:r>
            <a:endParaRPr lang="en-US" dirty="0" smtClean="0"/>
          </a:p>
        </p:txBody>
      </p:sp>
      <p:cxnSp>
        <p:nvCxnSpPr>
          <p:cNvPr id="16" name="Straight Arrow Connector 15"/>
          <p:cNvCxnSpPr/>
          <p:nvPr/>
        </p:nvCxnSpPr>
        <p:spPr>
          <a:xfrm flipH="1" flipV="1">
            <a:off x="2133600" y="2971800"/>
            <a:ext cx="762000" cy="838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105400" y="5181600"/>
            <a:ext cx="457200" cy="2286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438400" y="463138"/>
            <a:ext cx="169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 </a:t>
            </a:r>
            <a:r>
              <a:rPr lang="en-US" b="1" u="sng" dirty="0" smtClean="0"/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117477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3" t="6982" r="28378" b="29656"/>
          <a:stretch/>
        </p:blipFill>
        <p:spPr bwMode="auto">
          <a:xfrm>
            <a:off x="2590800" y="2514600"/>
            <a:ext cx="5615630" cy="3207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438400" y="463138"/>
            <a:ext cx="169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 </a:t>
            </a:r>
            <a:r>
              <a:rPr lang="en-US" b="1" u="sng" dirty="0" smtClean="0"/>
              <a:t>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800" y="1371600"/>
            <a:ext cx="7493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This is where you setup the leading and trailing text within the String Builder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6629400" y="1905000"/>
            <a:ext cx="533400" cy="24384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165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25" t="6800" r="30138" b="36000"/>
          <a:stretch/>
        </p:blipFill>
        <p:spPr bwMode="auto">
          <a:xfrm>
            <a:off x="1184910" y="2646998"/>
            <a:ext cx="7541402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438400" y="463138"/>
            <a:ext cx="169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 </a:t>
            </a:r>
            <a:r>
              <a:rPr lang="en-US" b="1" u="sng" dirty="0" smtClean="0"/>
              <a:t>Vision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210" y="1905000"/>
            <a:ext cx="4917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Link </a:t>
            </a:r>
            <a:r>
              <a:rPr lang="en-US" b="1" dirty="0"/>
              <a:t>s</a:t>
            </a:r>
            <a:r>
              <a:rPr lang="en-US" b="1" dirty="0" smtClean="0"/>
              <a:t>tring data from </a:t>
            </a:r>
            <a:r>
              <a:rPr lang="en-US" b="1" dirty="0"/>
              <a:t>s</a:t>
            </a:r>
            <a:r>
              <a:rPr lang="en-US" b="1" dirty="0" smtClean="0"/>
              <a:t>tring builder to TCP/IP tool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4955611" y="2274332"/>
            <a:ext cx="2588189" cy="35930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6858000" y="4953000"/>
            <a:ext cx="0" cy="12192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8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438400" y="463138"/>
            <a:ext cx="169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 </a:t>
            </a:r>
            <a:r>
              <a:rPr lang="en-US" b="1" u="sng" dirty="0" smtClean="0"/>
              <a:t>Vision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9" t="5976" r="26875" b="21218"/>
          <a:stretch/>
        </p:blipFill>
        <p:spPr bwMode="auto">
          <a:xfrm>
            <a:off x="1676400" y="2133600"/>
            <a:ext cx="728303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304800" y="1371600"/>
            <a:ext cx="3231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Setup TCP/IP Destination to this</a:t>
            </a:r>
          </a:p>
        </p:txBody>
      </p:sp>
      <p:cxnSp>
        <p:nvCxnSpPr>
          <p:cNvPr id="13" name="Straight Arrow Connector 12"/>
          <p:cNvCxnSpPr>
            <a:stCxn id="12" idx="3"/>
          </p:cNvCxnSpPr>
          <p:nvPr/>
        </p:nvCxnSpPr>
        <p:spPr>
          <a:xfrm>
            <a:off x="3536069" y="1556266"/>
            <a:ext cx="3245731" cy="3244334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82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676" b="11493"/>
          <a:stretch/>
        </p:blipFill>
        <p:spPr bwMode="auto">
          <a:xfrm>
            <a:off x="2286000" y="1981200"/>
            <a:ext cx="5349240" cy="4489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38400" y="463138"/>
            <a:ext cx="169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 </a:t>
            </a:r>
            <a:r>
              <a:rPr lang="en-US" b="1" u="sng" dirty="0" smtClean="0"/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" y="1371600"/>
            <a:ext cx="7298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This is where to set TCP/IP port number and Carriage Return and Line Feed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743200" y="1740932"/>
            <a:ext cx="540207" cy="10022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895600" y="1740932"/>
            <a:ext cx="387807" cy="13832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83407" y="1740932"/>
            <a:ext cx="1677213" cy="8498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283407" y="1740932"/>
            <a:ext cx="3117393" cy="115466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963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1924050"/>
            <a:ext cx="7857067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38400" y="463138"/>
            <a:ext cx="1690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 </a:t>
            </a:r>
            <a:r>
              <a:rPr lang="en-US" b="1" u="sng" dirty="0" smtClean="0"/>
              <a:t>Vision</a:t>
            </a:r>
          </a:p>
        </p:txBody>
      </p:sp>
    </p:spTree>
    <p:extLst>
      <p:ext uri="{BB962C8B-B14F-4D97-AF65-F5344CB8AC3E}">
        <p14:creationId xmlns:p14="http://schemas.microsoft.com/office/powerpoint/2010/main" val="399184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25" t="10800" r="35988" b="15600"/>
          <a:stretch/>
        </p:blipFill>
        <p:spPr bwMode="auto">
          <a:xfrm>
            <a:off x="1219200" y="1143000"/>
            <a:ext cx="6248400" cy="54704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438400" y="463138"/>
            <a:ext cx="2542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Program example  </a:t>
            </a:r>
            <a:r>
              <a:rPr lang="en-US" b="1" u="sng" dirty="0" smtClean="0"/>
              <a:t>Robot</a:t>
            </a:r>
          </a:p>
        </p:txBody>
      </p:sp>
    </p:spTree>
    <p:extLst>
      <p:ext uri="{BB962C8B-B14F-4D97-AF65-F5344CB8AC3E}">
        <p14:creationId xmlns:p14="http://schemas.microsoft.com/office/powerpoint/2010/main" val="49590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1952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1085</TotalTime>
  <Words>463</Words>
  <Application>Microsoft Office PowerPoint</Application>
  <PresentationFormat>On-screen Show (4:3)</PresentationFormat>
  <Paragraphs>84</Paragraphs>
  <Slides>18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Braas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 Quist</dc:creator>
  <cp:lastModifiedBy>Brad Quist</cp:lastModifiedBy>
  <cp:revision>126</cp:revision>
  <dcterms:created xsi:type="dcterms:W3CDTF">2014-08-05T00:03:32Z</dcterms:created>
  <dcterms:modified xsi:type="dcterms:W3CDTF">2016-05-16T17:25:49Z</dcterms:modified>
</cp:coreProperties>
</file>